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80960" y="0"/>
            <a:ext cx="4507992" cy="329184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2E"/>
                </a:solidFill>
                <a:latin typeface="Calibri"/>
              </a:rPr>
              <a:t>Ingestion Team
AI-Led Development
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Shipping more · Debugging faster · Onboarding in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C69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1498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The Problem We Were Solving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C69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73936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Our AI-Led Development Environment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78024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C69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32888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Capabilities in Action — NR MCP · Graph · /avengers ·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36976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C69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91840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Before &amp; After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94176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95928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C69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50792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Known Risks &amp; How We Mitigate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53128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C69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9744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SDLC vs. AI-DLC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Standard SDLC (Manual)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777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AI-DLC (Ingestion Team)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Requirements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Manual stakeholder docs, Jira spelunking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61872"/>
            <a:ext cx="5394960" cy="82296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167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Intake &amp; Spec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Reads existing patterns, writes spec in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Architecture &amp;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Manual planning &amp; diagrams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12848"/>
            <a:ext cx="5394960" cy="82296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2677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Planner &amp; Architect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Codebase research → implementation plan via CRG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63824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18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Code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295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Human engineers writing line-by-line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63824"/>
            <a:ext cx="5394960" cy="82296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218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Implementation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295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AI writes production code against specs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69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QA &amp; Security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80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Manual testing &amp; periodic audits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114800"/>
            <a:ext cx="5394960" cy="82296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169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Verification &amp;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480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Continuous automated tests + OWASP on every 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65776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20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Deployment &amp; Release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315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Manual deployment &amp; docs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065776"/>
            <a:ext cx="5394960" cy="82296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120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Deploy &amp; Release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4315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Auto-generates release notes → Confluence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The Four Pains We Were Living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🕐  Onboarding: 2+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New engineers spent weeks reading docs, asking Slack, and re-deriving patterns from git history. Context lived in people's heads, not the codebase.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82296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9601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🔍  Prod Incident: Hours to 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Something broke — the team hunted through NR logs manually. No structured entry point, no context about which components were affected, no blast radius.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💥  Blast Radius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'1-day fix' became a 5-day incident because no one knew what else would break. Changes were made blind — we found out in prod.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52044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65760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🗂  Architecture Lives in Heads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11480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Knowledge lived in Slack threads and in the senior engineer's memory. Every time someone switched teams or took PTO, context was lost.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Ingestion Team: AI-Led Environment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777240"/>
            <a:ext cx="429768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9080" y="914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Claude Code + /avengers (Opus Orchestrator)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2801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AC69"/>
                </a:solidFill>
                <a:latin typeface="Calibri"/>
              </a:rPr>
              <a:t>Routes work · validates gates · runs investigations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743200" cy="11887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Memory &amp; Context
(hot.md + lessons.md)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Compounds every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2743200" cy="11887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NR MCP
(12 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Logs · metrics · alerts · traces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743200" cy="11887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Code Graph
(CRG, 28 tools)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Tree-sitter AST · blast radius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920240"/>
            <a:ext cx="2743200" cy="11887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Jira + Confluence
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Auto-updates tickets &amp;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29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Planner
(Architecture)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507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Codebase research →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429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Coder × N
(Sonnet, parallel)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0507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Writes code · verifies 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429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Reviewer
(Black Widow)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507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Code + security standards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3429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Validator
(Hawkeye)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0507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Tests + blast radius gate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116128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560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Skills (auto-trigger):  /airflow  /pyspark  /sql  /nrql  /nralert  /terraform  |  Explicit:  /bootstrap  /wrap-up  /golden  /replay  /avengers  /budget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The MCP Integration Layer — Real Data, In 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3657600" cy="530352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NR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analyze_kafka_metrics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analyze_entity_logs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0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analyze_golden_metrics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225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list_recent_issues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get_distributed_trace_details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execute_nrql_query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analyze_transactions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3657600" cy="5029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303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C69"/>
                </a:solidFill>
                <a:latin typeface="Calibri"/>
              </a:rPr>
              <a:t>30-second incident diagnosis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749808"/>
            <a:ext cx="3657600" cy="530352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80467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Jira + Confluence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4173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getJiraIssue / editJiraIssue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719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addCommentToJiraIssue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20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transitionJiraIssue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225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createConfluencePage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24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updateConfluencePage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260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searchConfluenceUsingCql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5166360"/>
            <a:ext cx="3657600" cy="5029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2303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C69"/>
                </a:solidFill>
                <a:latin typeface="Calibri"/>
              </a:rPr>
              <a:t>Zero copy-paste ticket updates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749808"/>
            <a:ext cx="3657600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80467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Code Graph (CRG)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4173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semantic_search_nodes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719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get_impact_radius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020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detect_changes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3225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query_graph (callers / callees)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624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get_affected_flows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refactor_tool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278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get_architecture_overview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5166360"/>
            <a:ext cx="3657600" cy="5029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52303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C69"/>
                </a:solidFill>
                <a:latin typeface="Calibri"/>
              </a:rPr>
              <a:t>Blast radius before you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NR MCP: From 3 Hours to 30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53492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Manual NR UI Hunting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1. Alert fires at 2am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2. Log in to NR → navigate to 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3. Scroll through logs manually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4. Switch to metrics tab → compare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5. Check traces → click through spans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6. Slack teammates for codebase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7. Form hypothesis → test → iterate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Calibri"/>
              </a:rPr>
              <a:t>⏱  Average: 2–3 hours to 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822960"/>
            <a:ext cx="5349240" cy="4846320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8961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Claude Code + NR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1. Alert fires at 2am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2. "analyze kafka consumer lag last 4h"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267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 → analyze_kafka_metrics → structured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5694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 → consumer lag, partitions, throughput in 30s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8712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3. get_impact_radius → affected DAGs shown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72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4. Hypothesis formed. Fix scoped instantly.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5. Jira ticket updated via MCP.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776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⏱  Average: 20–30 minutes to root 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Know the Blast Radius Before Writing a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3774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You make a
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554480"/>
            <a:ext cx="2377440" cy="1554480"/>
          </a:xfrm>
          <a:prstGeom prst="rect">
            <a:avLst/>
          </a:prstGeom>
          <a:solidFill>
            <a:srgbClr val="00AC69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0116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get_impact_
radius()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54480"/>
            <a:ext cx="2377440" cy="1554480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Callers · Callees
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554480"/>
            <a:ext cx="2377440" cy="1554480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Safe to
commit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Before: No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Engineer changes a DAG file. Deploys to staging.
Downstream Kafka consumer breaks silently.
5-day incident to trace back to root cause.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29000"/>
            <a:ext cx="5394960" cy="164592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After: Instant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Engineer runs get_impact_radius before touching code.
Sees 3 callers, 1 downstream Kafka consumer.
Fixes scope. Ships confidently. No incident.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/avengers — Multi-Agent Orchestration for Complex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777240"/>
            <a:ext cx="429768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9080" y="914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Nick Fury — Opus (Orchestrator)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2801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AC69"/>
                </a:solidFill>
                <a:latin typeface="Calibri"/>
              </a:rPr>
              <a:t>Routes work · validates gates · blocks bad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743200" cy="146304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Planner
(Architecture)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Codebase research
→ impl.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2743200" cy="146304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Coder × N
(Sonnet, parallel)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Writes code per plan
verifies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743200" cy="146304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Reviewer
(Black Widow)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Code + security
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920240"/>
            <a:ext cx="2743200" cy="146304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Validator
(Hawkeye)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Tests + blast radius
before merge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11430000" cy="182880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Real example: Multi-file Airflow DAG + dbt model + NR alert — what used to take 1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Fury reads the spec → spawns Planner (researches existing DAGs + graph) + Coder (writes DAG skeleton) in parallel → Reviewer checks patterns → Validator runs blast radius + tests → Fury merges output → Engineer reviews 1 PR instead of writing 5 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Memory That Compounds — Every Session Makes the Next One Smarter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30000" cy="1463040"/>
          </a:xfrm>
          <a:prstGeom prst="rect">
            <a:avLst/>
          </a:prstGeom>
          <a:solidFill>
            <a:srgbClr val="00AC69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ALWAYS 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hot.md  (~2k tokens, auto-loads at session start)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0584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Active todos + recent lessons + architecture summary. /wrap-up regenerates it every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1430000" cy="146304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C69"/>
                </a:solidFill>
                <a:latin typeface="Calibri"/>
              </a:rPr>
              <a:t>PULL ON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61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lessons.md  ·  architecture.md  ·  history.md  ·  plans/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78608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Patterns, anti-patterns, wins. Architecture from graph. Session history. Retrieved via memory MCP when relevant.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50208"/>
            <a:ext cx="11430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59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C69"/>
                </a:solidFill>
                <a:latin typeface="Calibri"/>
              </a:rPr>
              <a:t>REPLAYABLE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342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~/.claude/golden/&lt;slug&gt;.md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151376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/golden save after a validated prod fix.  /replay &lt;slug&gt; next time the same problem recurs — avoids re-deriving the fix.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11430000" cy="420624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8523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Result: Month 1 = 8 blocking issues/task.  Month 3 = 1–2.  The system gets smarter with every session.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Ingestion Team — 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8046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Before (Manual)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8046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After (AI-Led)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33856"/>
            <a:ext cx="11247120" cy="16459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112471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Engineer onboarding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2710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2+ weeks (Slack + tribal knowledge)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7101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Hours — /bootstrap seeds context day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0784"/>
            <a:ext cx="11247120" cy="493776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6479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Incident diagnosis (MTTR)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6479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2–3 hours (manual NR UI hunting)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7647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20–30 min (NR MCP + structured output)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112471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5856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Feature cycle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2585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14–20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585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3–5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88336"/>
            <a:ext cx="11247120" cy="493776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5234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Blast radius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75234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Unknown until something breaks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5234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Instant — before a line is written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82112"/>
            <a:ext cx="112471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Onboarding to new codebase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2461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Days of grep + git archaeology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2461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Minutes — /bootstrap + graph loaded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75888"/>
            <a:ext cx="11247120" cy="493776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3989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Sprint slippage from rework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7398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~1 sprint/quarter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7398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&lt; 1 day (hidden deps caught pre-commit)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69664"/>
            <a:ext cx="112471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Deployment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2336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Medium (manual review)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2336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69"/>
                </a:solidFill>
                <a:latin typeface="Calibri"/>
              </a:rPr>
              <a:t>High (automated + blast radius verified)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736592"/>
            <a:ext cx="11247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80060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Measured across 3 active repos (om-airflow-dags · spark-kafka-apps · tf-dataos-new-relic)  ·  ~3 months of daily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Auto-Updated Jira &amp; Confluence — Zero Copy-Paste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2103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Developer
merges 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8064" y="822960"/>
            <a:ext cx="2103120" cy="1280160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143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/wrap-up
fires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2624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822960"/>
            <a:ext cx="2103120" cy="1280160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143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Claude drafts
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822960"/>
            <a:ext cx="2103120" cy="1280160"/>
          </a:xfrm>
          <a:prstGeom prst="rect">
            <a:avLst/>
          </a:prstGeom>
          <a:solidFill>
            <a:srgbClr val="00AC69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2" y="1143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Jira ticket
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2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C69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0656" y="822960"/>
            <a:ext cx="2103120" cy="1280160"/>
          </a:xfrm>
          <a:prstGeom prst="rect">
            <a:avLst/>
          </a:prstGeom>
          <a:solidFill>
            <a:srgbClr val="00AC69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2096" y="1143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Confluence
published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Jira — Auto-populated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Status → In Review /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Comment: what was done, decisions made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Time logged from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Linked to commits via branch 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23160"/>
            <a:ext cx="5394960" cy="2468880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514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Confluence — Auto-published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Architecture decisions logged automatically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Incident postmortems → page auto-created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Release notes from git history (v2.2 → v2.3)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Categorized by area · files changed listed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749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Zero manual effort.  Every session documented.  Every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AI Does the Work.  Humans Stay in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420624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789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Requirements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11556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— Before planning begins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420624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476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Architecture plan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98424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— Before any code is written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1247120" cy="749808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07208"/>
            <a:ext cx="420624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0720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163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Security review sign-off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5292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— Any critical finding blocks the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75888"/>
            <a:ext cx="420624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7588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850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Final PR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2160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— Human reviews and approves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44568"/>
            <a:ext cx="420624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537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Production deployments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9028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— Human initiates · agent creates release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Known Risks &amp; How We Mitigate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Hallucinations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Validation loops required: blast radius, bash -n, tests. Garbage in = garbage out — same discipline as code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82296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9326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Context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98448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hot.md + lessons.md read at every session start. Context gets sharper every session, not staler.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82296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9326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Runaway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298448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No auto-push, no auto-merge. 4 human approval gates before production touches.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101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Security Blind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75888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Pre-commit hook scans API keys. Security agent runs OWASP Top 10 on every PR.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2004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3101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Over-Engineering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75888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Skills enforce patterns, not creativity. Reviewer agent blocks unnecessary abstractions.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2004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3101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Test Coverage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75888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Negative tests + edge cases required. Build gate: tests must pass. No bypass.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58384"/>
            <a:ext cx="11430000" cy="402336"/>
          </a:xfrm>
          <a:prstGeom prst="rect">
            <a:avLst/>
          </a:prstGeom>
          <a:solidFill>
            <a:srgbClr val="E8F8F1"/>
          </a:solidFill>
          <a:ln w="1270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2239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Review Burden Shifts: Reviewing agent output still requires engineering expertise — and now engineers have more time to do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Where We Go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Current Status &amp;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Environment live for Ingestion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All 3 active repos bootstrapped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NR MCP, Jira MCP, CRG fully wired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Ready to scale to other DE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804672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896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Optimization &amp;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Weekly grep-fallback telemetry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Golden library grows 2–5/week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Session cost tracked daily in statusline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lessons.md compounding across all repos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11430000" cy="2651760"/>
          </a:xfrm>
          <a:prstGeom prst="rect">
            <a:avLst/>
          </a:prstGeom>
          <a:solidFill>
            <a:srgbClr val="E8F8F1"/>
          </a:solidFill>
          <a:ln w="19050">
            <a:solidFill>
              <a:srgbClr val="00A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9300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Strategic Ask of 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• Support adoption: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0507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Drive AI-led workflows across Data Engineering &amp; Management in DTM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079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• Allocate time: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0799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Empower engineers to improve agent quality — /wrap-up daily, goldens weekly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• Endorse the model: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01091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Establish this pipeline as the template for other DE teams to adopt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931920"/>
            <a:ext cx="4873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666666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© 2025 New Relic, Inc. All rights reserved. Confidential and proprietary. For internal use only, not for external distribution.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C69"/>
                </a:solidFill>
                <a:latin typeface="Calibri"/>
              </a:rPr>
              <a:t>⬢ new relic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